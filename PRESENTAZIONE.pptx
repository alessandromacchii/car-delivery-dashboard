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200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>
                <a:solidFill>
                  <a:srgbClr val="EEF4FF"/>
                </a:solidFill>
                <a:latin typeface="Segoe UI Semibold"/>
              </a:rPr>
              <a:t>🚗 Car Delivery Dashboard</a:t>
            </a:r>
          </a:p>
          <a:p>
            <a:pPr>
              <a:spcBef>
                <a:spcPts val="600"/>
              </a:spcBef>
            </a:pPr>
            <a:r>
              <a:rPr sz="2200" b="0" i="0">
                <a:solidFill>
                  <a:srgbClr val="4F8CFF"/>
                </a:solidFill>
                <a:latin typeface="Segoe UI"/>
              </a:rPr>
              <a:t>Gestione della consegna auto con Flask +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AB4D6"/>
                </a:solidFill>
                <a:latin typeface="Segoe UI"/>
              </a:rPr>
              <a:t>Progetto Basi di Dati — Alessandro Macchi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Tracciare dove si trova ogni auto: ordinata → in viaggio → arrivata → pronta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Gestire la configurazione di ogni vettura (allestimento, motore, colore, optional)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Sapere a quale cliente è assegnata e da quale venditore è seguita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Conservare la storia logistica: chi ha fatto cosa e quando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800" b="1" i="0">
                <a:solidFill>
                  <a:srgbClr val="4CD9A0"/>
                </a:solidFill>
                <a:latin typeface="Segoe UI"/>
              </a:rPr>
              <a:t>Serve un modello dati flessibile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9AB4D6"/>
                </a:solidFill>
                <a:latin typeface="Segoe UI"/>
              </a:rPr>
              <a:t>–  Auto diverse hanno campi diversi: solo le elettriche hanno batteria e cavo di ricarica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Un modello a tabelle fisse sarebbe scomodo; un DB a documenti come MongoDB si adatta meglio.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Stack tecnologico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Ruolo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MongoDB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Archivio documenti (NoSQL)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Driver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PyMongo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Collega Python a MongoDB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Web framework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Flask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Rotte e pagine dell'app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Dati di test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Faker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Genera veicoli realistici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0233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FB8E8"/>
                </a:solidFill>
                <a:latin typeface="Segoe UI"/>
              </a:rPr>
              <a:t>🎤 Python fa da collante: Flask gestisce le pagine, PyMongo parla col database. Faker popola il DB con dati finti ma verosimili.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Architettura a livelli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10607040" cy="3200400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Browser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|  richiesta HTTP (es. GET /catalogo)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v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app.py                 &lt;- LIVELLO WEB: rotte, form, logica di pagina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|  chiama funzioni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v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mongo_repository.py     &lt;- LIVELLO DATI: tutte le query MongoDB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|  find / aggregate / insert / update / delete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v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MongoDB  (db_veicoli.vehicles)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4632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4CD9A0"/>
                </a:solidFill>
                <a:latin typeface="Segoe UI"/>
              </a:rPr>
              <a:t>Regola chiave: </a:t>
            </a:r>
            <a:r>
              <a:rPr sz="1500" b="0" i="0">
                <a:solidFill>
                  <a:srgbClr val="EEF4FF"/>
                </a:solidFill>
                <a:latin typeface="Segoe UI"/>
              </a:rPr>
              <a:t>app.py non parla mai direttamente con MongoDB. Tutte le query stanno in un solo file.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Responsabilità separate: logica web da una parte, accesso ai dati dall'altra.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Il modello dati: un documento «vehicles»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10607040" cy="4370832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"_id": ObjectId("..."),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"vin_telaio": "VF1...", "marca": "Renault", "modello": "Scenic E-Tech",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"stato_attuale": "In Viaggio", "venditore": "Sofia Verdi",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"assegnato_a_cliente": { "nome": "...", "email": "...", ... },   // oggetto annidato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"configurazione": {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   "allestimento": "Techno", "colore_esterno": "...", "pacchetti_inclusi": [ ... ],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   "capacita_batteria_kw": 87, "cavo_ricarica_incluso": true   // SOLO elettriche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},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"logistica_timeline": [                                          // array di eventi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   { "stato": "Ordinato in Fabbrica", "data": ISODate("..."), "operatore": "Sistema" },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   { "stato": "In Viaggio", "data": ISODate("..."), "operatore": "Marco" }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]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8FB8E8"/>
                </a:solidFill>
                <a:latin typeface="Segoe UI"/>
              </a:rPr>
              <a:t>🎤 Un'auto = un solo documento con tutto dentro: campi piatti, oggetti annidati e un array. In SQL servirebbero più tabelle con join.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Perché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Documenti annidati → cliente e configurazione dentro l'auto, niente join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Array → la logistica_timeline è una lista di eventi dentro il documento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Schema flessibile (Polymorphic Pattern) → batteria e cavo esistono solo sulle elettriche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_id come ObjectId → chiave primaria generata automaticamente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Documenti della stessa collezione con forma leggermente diversa a seconda del tipo di auto.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Le operazioni sul database (CRUD + aggregazioni)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91640"/>
          <a:ext cx="106070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Operazione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Metodo MongoDB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Funzione (mongo_repository.py)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Leggi elenco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find().sort()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list_vehicles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Leggi uno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findOne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get_vehicle_by_id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Crea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insertOne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upsert_vehicle_document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Modifica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updateOne + $set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upsert_vehicle_document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Cancella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deleteOne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delete_vehicle_document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Conta/raggruppa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aggregate + $group/$sum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dashboard_summary, seller_leaderboard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Lettura: find e findOne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10607040" cy="2615184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9AB4D6"/>
                </a:solidFill>
                <a:latin typeface="Consolas"/>
              </a:rPr>
              <a:t>// Elenco ordinato (Gestione auto)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db.vehicles.find({}).sort({ marca: 1 })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9AB4D6"/>
                </a:solidFill>
                <a:latin typeface="Consolas"/>
              </a:rPr>
              <a:t>// Solo pubblici, esclude "In Preparazione" (Catalogo) -- operatore $ne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db.vehicles.find({ stato_attuale: { $ne: "In Preparazione" } })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9AB4D6"/>
                </a:solidFill>
                <a:latin typeface="Consolas"/>
              </a:rPr>
              <a:t>// Un singolo veicolo (Dettaglio) -- per _id o per telaio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db.vehicles.findOne({ _id: ObjectId("...") 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EEF4FF"/>
                </a:solidFill>
                <a:latin typeface="Segoe UI"/>
              </a:rPr>
              <a:t>•  find({}) = tutti;  il filtro {} è vuoto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EF4FF"/>
                </a:solidFill>
                <a:latin typeface="Segoe UI"/>
              </a:rPr>
              <a:t>•  $ne = «diverso da» → nasconde le auto in preparazione ai clienti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EF4FF"/>
                </a:solidFill>
                <a:latin typeface="Segoe UI"/>
              </a:rPr>
              <a:t>•  findOne = un solo documento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Scrittura: insertOne / updateOne / deleteOne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10607040" cy="2615184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db.vehicles.insertOne({ vin_telaio: "...", marca: "Renault", ... })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db.vehicles.updateOne(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{ _id: ObjectId("...") },                  // QUALE documento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 { $set: { stato_attuale: "In Viaggio" } }  // COSA cambiare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db.vehicles.deleteOne({ _id: ObjectId("...") 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EEF4FF"/>
                </a:solidFill>
                <a:latin typeface="Segoe UI"/>
              </a:rPr>
              <a:t>•  $set aggiorna SOLO i campi indicati, lasciando intatti gli altri (es. non perde la timeline)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EEF4FF"/>
                </a:solidFill>
                <a:latin typeface="Segoe UI"/>
              </a:rPr>
              <a:t>•  Nell'app le tre operazioni sono guidate dai form: crea / salva / elimina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Aggregazioni: contare e raggruppare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10607040" cy="3200400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9AB4D6"/>
                </a:solidFill>
                <a:latin typeface="Consolas"/>
              </a:rPr>
              <a:t>// Riepilogo per stato (le card della home)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db.vehicles.aggregate([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{ $group: { _id: "$stato_attuale", count: { $sum: 1 } } }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])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9AB4D6"/>
                </a:solidFill>
                <a:latin typeface="Consolas"/>
              </a:rPr>
              <a:t>// Classifica venditori (card in home)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db.vehicles.aggregate([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{ $group: { _id: "$venditore", count: { $sum: 1 } } },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  { $sort: { count: -1 } }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EEF4FF"/>
                </a:solidFill>
                <a:latin typeface="Segoe UI"/>
              </a:rPr>
              <a:t>$group raggruppa · $sum conta · $sort ordina.  </a:t>
            </a:r>
            <a:r>
              <a:rPr sz="1600" b="1" i="0">
                <a:solidFill>
                  <a:srgbClr val="4CD9A0"/>
                </a:solidFill>
                <a:latin typeface="Segoe UI"/>
              </a:rPr>
              <a:t>È l'unico punto dove calcola il database, non Python.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La classifica venditori è il riepilogo per stato + un $sort.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La «normalizzazione» dei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Nel DB i campi sono in italiano e annidati; le pagine vogliono dati piatti e in inglese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normalize_vehicle fa da ponte: marca→brand, configurazione.allestimento→trim, ...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Non solo rinomina: CALCOLA anche campi che nel DB non esistono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9AB4D6"/>
                </a:solidFill>
                <a:latin typeface="Segoe UI"/>
              </a:rPr>
              <a:t>–  arrival_date = data dell'ultimo evento della timeline; timeline_count = n. eventi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Così la logica sta in un punto solo invece di essere sparsa nelle pagine.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Popolamento del database (Faker)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datagenerator.py crea veicoli Renault realistici e li inserisce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Sceglie modello, motore, allestimento, colore e pacchetti in modo coerente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Se l'auto è elettrica aggiunge batteria e cavo (polymorphic pattern)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Genera una timeline progressiva coerente con lo stato attuale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Riusa la stessa connessione dell'app: from mongo_repository import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754880"/>
            <a:ext cx="10607040" cy="566928"/>
          </a:xfrm>
          <a:prstGeom prst="rect">
            <a:avLst/>
          </a:prstGeom>
          <a:solidFill>
            <a:srgbClr val="081220"/>
          </a:solidFill>
          <a:ln w="12700">
            <a:solidFill>
              <a:srgbClr val="1E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BFD8C0"/>
                </a:solidFill>
                <a:latin typeface="Consolas"/>
              </a:rPr>
              <a:t>python datagenerator.py    # svuota e ripopola la collection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Dove si vedono le query (mappa demo)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Query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Pagina della demo</a:t>
                      </a:r>
                    </a:p>
                  </a:txBody>
                  <a:tcPr marL="73152" marT="27432" marB="27432">
                    <a:solidFill>
                      <a:srgbClr val="4F8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dashboard_summary · seller_leaderboard · featured_vehicles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Home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list_vehicles + filtri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Gestione auto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list_vehicles(public_only)  — $ne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Catalogo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findOne + auto correlate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Dettaglio auto</a:t>
                      </a:r>
                    </a:p>
                  </a:txBody>
                  <a:tcPr marL="73152" marT="27432" marB="27432">
                    <a:solidFill>
                      <a:srgbClr val="11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EEF4FF"/>
                          </a:solidFill>
                          <a:latin typeface="Segoe UI"/>
                        </a:rPr>
                        <a:t>insert / update / delete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9AB4D6"/>
                          </a:solidFill>
                          <a:latin typeface="Segoe UI"/>
                        </a:rPr>
                        <a:t>Nuova auto / Dettaglio</a:t>
                      </a:r>
                    </a:p>
                  </a:txBody>
                  <a:tcPr marL="73152" marT="27432" marB="27432">
                    <a:solidFill>
                      <a:srgbClr val="0D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Demo dal vivo — percorso consigliato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Home → card riepilogative ($group) e classifica venditori ($group + $sort)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Gestione auto → elenco (find) e filtri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Catalogo → stessa lista con $ne (niente auto in preparazione)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Dettaglio auto → findOne, timeline e auto correlate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Modifica / Nuova → updateOne / insertOne, poi Compass per vedere il documento cambiato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8FB8E8"/>
                </a:solidFill>
                <a:latin typeface="Segoe UI"/>
              </a:rPr>
              <a:t>🎤 Chiudo mostrando un salvataggio e lo stesso documento in MongoDB Compass: l'app scrive davvero sul DB.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EEF4FF"/>
                </a:solidFill>
                <a:latin typeface="Segoe UI Semibold"/>
              </a:rPr>
              <a:t>Punti di forza ed estensioni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800" b="1" i="0">
                <a:solidFill>
                  <a:srgbClr val="4CD9A0"/>
                </a:solidFill>
                <a:latin typeface="Segoe UI"/>
              </a:rPr>
              <a:t>Punti di forza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Separazione netta web / dati: le query sono tutte in un file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Modello a documenti che sfrutta annidamento, array e schema flessibile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Copertura completa CRUD + aggregazioni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800" b="1" i="0">
                <a:solidFill>
                  <a:srgbClr val="4CD9A0"/>
                </a:solidFill>
                <a:latin typeface="Segoe UI"/>
              </a:rPr>
              <a:t>Estensioni possibili (in programma)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Nuove aggregazioni: stock per modello, colori più richiesti (stessa forma della classifica)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sz="1800" b="1" i="0">
                <a:solidFill>
                  <a:srgbClr val="4CD9A0"/>
                </a:solidFill>
                <a:latin typeface="Segoe UI"/>
              </a:rPr>
              <a:t>Estensioni avanzate (oltre il programma)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EEF4FF"/>
                </a:solidFill>
                <a:latin typeface="Segoe UI"/>
              </a:rPr>
              <a:t>•  Tempo medio di consegna ($dateDiff), dashboard in una query ($facet)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2000" cy="54864"/>
          </a:xfrm>
          <a:prstGeom prst="rect">
            <a:avLst/>
          </a:prstGeom>
          <a:solidFill>
            <a:srgbClr val="4C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EEF4FF"/>
                </a:solidFill>
                <a:latin typeface="Segoe UI Semibold"/>
              </a:rPr>
              <a:t>Grazie</a:t>
            </a:r>
          </a:p>
          <a:p>
            <a:pPr>
              <a:spcBef>
                <a:spcPts val="600"/>
              </a:spcBef>
            </a:pPr>
            <a:r>
              <a:rPr sz="2200" b="0" i="0">
                <a:solidFill>
                  <a:srgbClr val="9AB4D6"/>
                </a:solidFill>
                <a:latin typeface="Segoe UI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